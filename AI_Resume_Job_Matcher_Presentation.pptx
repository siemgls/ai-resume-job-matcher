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74C7EC"/>
                </a:solidFill>
              </a:rPr>
              <a:t>AI Resume–Job Matching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CCCC"/>
                </a:solidFill>
              </a:rPr>
              <a:t>Advanced AI — BCS Individual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Sieme Ngilis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663440"/>
            <a:ext cx="3044952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CCCC"/>
                </a:solidFill>
              </a:rPr>
              <a:t>Semantic similarity · Skill extraction · GPT feedback · Automated ranking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Problem &amp;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E2AF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Recruiters receive hundreds of resumes per job posting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Manual screening is slow, inconsistent, and biased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Keyword matching misses semantic relevance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Candidates don't know why they get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6E3A1"/>
                </a:solidFill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AI-powered resume ↔ job description matching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Semantic understanding beyond keyword overlap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Skill gap analysis &amp; personalised feedback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  Automatic job recommendation from a dataset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80560"/>
            <a:ext cx="11274552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</a:rPr>
              <a:t>Goal: Build an end-to-end career tool that tells candidates exactly how well they match a job — and what to do about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03120" cy="914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4C7EC"/>
                </a:solidFill>
              </a:rPr>
              <a:t>Resume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PDF / DOCX / TXT
extraction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371600"/>
            <a:ext cx="2103120" cy="914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417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4C7EC"/>
                </a:solidFill>
              </a:rPr>
              <a:t>Semantic
Matcher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828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Fine-tuned
MiniLM embeddings
+ cosine similarity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71600"/>
            <a:ext cx="2103120" cy="914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417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4C7EC"/>
                </a:solidFill>
              </a:rPr>
              <a:t>Skill Extractor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1828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KeyBERT +
KNOWN_SKILLS
lookup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371600"/>
            <a:ext cx="2103120" cy="914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1417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4C7EC"/>
                </a:solidFill>
              </a:rPr>
              <a:t>Experience
Parser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828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Regex year
extraction +
comparison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0" y="1371600"/>
            <a:ext cx="2103120" cy="914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1417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4C7EC"/>
                </a:solidFill>
              </a:rPr>
              <a:t>GPT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828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Feedback /
Improvements /
Roadmap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2834640"/>
            <a:ext cx="8686800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4C7EC"/>
                </a:solidFill>
              </a:rPr>
              <a:t>▼  Weighted Score  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3383280"/>
            <a:ext cx="7616952" cy="10058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347472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Final Match Score  =  60% Semantic  +  25% Skills  +  15%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E2AF"/>
                </a:solidFill>
              </a:rPr>
              <a:t>Fast Retrieval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292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Pre-compute embeddings for all 500 jobs once  →  save to .npy file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On resume upload: fast cosine scan across all 500  →  pick top K  →  run full scoring only on top 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303520" cy="24688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6E3A1"/>
                </a:solidFill>
              </a:rPr>
              <a:t>Training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Source: HuggingFace — netsol/resume-score-details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1,021 resume ↔ job description pairs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Labels: 1 = match,  0 = no match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80/20 stratified split  →  816 train / 205 test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Used to fine-tune the embedding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303520" cy="24688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Job Descriptions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Source: External Kaggle dataset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2,277 real job postings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Roles: PHP, Python, JS, Java, DevOps, iOS…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Cleaned &amp; trimmed to 500 for performance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Used for automatic job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4C7EC"/>
                </a:solidFill>
              </a:rPr>
              <a:t>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Lowercasing  •  Whitespace cleaning  •  Null row removal  •  Minimum description length filter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Embeddings pre-computed and saved to disk (job_embeddings.npy) for fast retrieval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38BA8"/>
                </a:solidFill>
              </a:rPr>
              <a:t>Known limitation: job dataset only covers developer roles — no cybersecurity, design, or business jobs.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6E3A1"/>
                </a:solidFill>
              </a:rPr>
              <a:t>1. Semantic Similarity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Base model: all-MiniLM-L6-v2 (Sentence Transformers)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Fine-tuned on 816 labeled pairs using CosineSimilarityLoss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Encodes resume &amp; job as dense vectors → cosine similarity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Captures meaning, not just keywords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E2AF"/>
                </a:solidFill>
              </a:rPr>
              <a:t>2. Skill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KeyBERT extracts candidate skill phrases from text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Phrases mapped to KNOWN_SKILLS list via embedding similarity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Score = 70% job coverage + 30% resume relevance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Reports matched &amp; missing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4C7EC"/>
                </a:solidFill>
              </a:rPr>
              <a:t>3. Experience Matching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Regex extracts years of experience from both texts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Compares candidate years vs required years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Score: 100% if candidate meets/exceeds requirement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Fine-Tuning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Why fine-tune?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The base MiniLM model is trained on general sentence similarity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Resume–job matching has domain-specific language (skills, titles, requirements)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Fine-tuning adapts the embedding space to our specific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Training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Library: Sentence Transformers   •   Loss: CosineSimilarityLoss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Epochs: 2   •   Batch size: 8   •   Warmup steps: 100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FFFFFF"/>
                </a:solidFill>
              </a:rPr>
              <a:t>  80/20 stratified split — trained on 816 pairs, evaluated on held-out 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Results (on held-out test set)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572000"/>
            <a:ext cx="3657600" cy="17373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617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38BA8"/>
                </a:solidFill>
              </a:rPr>
              <a:t>Before:  ~0.83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3949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After:    0.90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4572000"/>
            <a:ext cx="3657600" cy="17373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4617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F1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38BA8"/>
                </a:solidFill>
              </a:rPr>
              <a:t>Before:  ~0.80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3949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After:    0.92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172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4C7EC"/>
                </a:solidFill>
              </a:rPr>
              <a:t>Top-1 Ranking Accuracy: 100%   •   Top-3 Ranking Accuracy: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GPT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Model: gpt-4o-mini via OpenAI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137160" cy="5029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AI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Analyses resume vs job description.
Returns Strengths &amp; Weaknesses — specific to the actual job, not generic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97480"/>
            <a:ext cx="137160" cy="50292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E2AF"/>
                </a:solidFill>
              </a:rPr>
              <a:t>Resume Improvement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Rewrites the resume summary, suggests 3 strong bullet points,
and proposes project ideas for missing skills.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37160" cy="5029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4C7EC"/>
                </a:solidFill>
              </a:rPr>
              <a:t>Apply to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5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GPT rewrites the full resume text incorporating all suggestions.
Downloadable as a new styled PDF — original file is never modified.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00600"/>
            <a:ext cx="137160" cy="50292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00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BA6F7"/>
                </a:solidFill>
              </a:rPr>
              <a:t>Skill Gap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For each missing skill: concrete learning plan + resume bullet to add.
Includes a personalised 2-week action plan.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035040"/>
            <a:ext cx="11274552" cy="6400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080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All GPT features fall back gracefully to rule-based output when the API is unavailable.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The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Built with Streamlit — two modes: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303520" cy="3200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6E3A1"/>
                </a:solidFill>
              </a:rPr>
              <a:t>Mode 1 — Single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Upload resume (PDF/DOCX/TXT)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Paste any job description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Instant match score + breakdown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Skill analysis (matched / missing)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AI feedback &amp; improvements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Skill gap roadmap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303520" cy="3200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E2AF"/>
                </a:solidFill>
              </a:rPr>
              <a:t>Mode 2 — Auto Match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Upload resume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Fast scan across all 500 jobs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Select top K for detailed scoring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Results on a dedicated results page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Job selector dropdown for top 10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Email results to resume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74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4C7EC"/>
                </a:solidFill>
              </a:rPr>
              <a:t>Additional UX features: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PDF preview of uploaded resume in-browser   •   Session state cleared automatically on new resume upload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Apply improvements &amp; download updated resume as a styled PDF (name, headers, bullets formatted)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Evaluation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Binary Classification  —  205 held-out test examples, threshold = 40%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256032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6E3A1"/>
                </a:solidFill>
              </a:rPr>
              <a:t>0.90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691640"/>
            <a:ext cx="256032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737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6E3A1"/>
                </a:solidFill>
              </a:rPr>
              <a:t>0.92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F1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91640"/>
            <a:ext cx="256032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37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6E3A1"/>
                </a:solidFill>
              </a:rPr>
              <a:t>0.86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Precision
(match)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691640"/>
            <a:ext cx="256032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6E3A1"/>
                </a:solidFill>
              </a:rPr>
              <a:t>0.99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Recall
(match)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Ranking 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3 test scenarios — each with 1 correct resume and 3 distractors from completely different fields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Top-1 Accuracy: 100%  — correct resume ranked #1 in all 3 tests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Top-3 Accuracy: 100%  — correct resume always in top 3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Scores for correct resumes: 80.35% / 88.69% / 93.03%  vs  distractors all below 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11274552" cy="8229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99% recall on matches — model almost never misses a genuine fit. Slight false-positive bias is acceptable for a career tool (better to show more options than miss the right job).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What Worked &amp; What Didn't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303520" cy="5029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6E3A1"/>
                </a:solidFill>
              </a:rPr>
              <a:t>✓  What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Fine-tuning improved accuracy vs base model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Semantic similarity effective at finding domain-relevant jobs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Two-stage retrieval made 500-job matching fast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GPT feedback is specific and actionable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Streamlit session_state for multi-page flow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Graceful fallback when GPT is unavailable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Ranking evaluation: 100% Top-1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303520" cy="5029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71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38BA8"/>
                </a:solidFill>
              </a:rPr>
              <a:t>✗  What Didn't /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Dataset only covers developer roles — no cybersecurity, design, or business jobs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KeyBERT misses skills not in KNOWN_SKILLS list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Experience matching is basic — only extracts years, not seniority level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Skill score can be noisy for short job descriptions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Fine-tuning dataset (1K pairs) is small — limits generalisation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  GPT features require paid API key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What I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09728" cy="68580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4C7EC"/>
                </a:solidFill>
              </a:rPr>
              <a:t>Transformer 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27631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How sentence embeddings encode semantic meaning, and why fine-tuning on domain data matters.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109728" cy="6858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NLP Pipeline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877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Combining multiple signals (semantic, skills, experience) into a weighted score is more robust than any single metric.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109728" cy="6858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E2AF"/>
                </a:solidFill>
              </a:rPr>
              <a:t>LLM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478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How to design effective prompts for GPT — specificity beats length. Separate prompts for feedback vs improvement.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60520"/>
            <a:ext cx="109728" cy="6858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BA6F7"/>
                </a:solidFill>
              </a:rPr>
              <a:t>Streamlit &amp; State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079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Managing multi-page flow and persisting data across reruns required careful session_state design.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09728" cy="6858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8BA8"/>
                </a:solidFill>
              </a:rPr>
              <a:t>Data is the Bottleneck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681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The model is only as good as the dataset coverage. A smarter model won't fix missing job categories.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74C7EC"/>
                </a:solidFill>
              </a:rPr>
              <a:t>Future Improvements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If I had more time: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Add cybersecurity, design, and business job categories to the dataset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Replace keyword-based skill extraction with a fine-tuned NER model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Add ATS compatibility scoring and cover letter generation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Real-time job scraping instead of a static dataset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</a:rPr>
              <a:t>  Cloud deployment so anyone can use it without running locally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40480"/>
            <a:ext cx="9445752" cy="2377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931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4C7EC"/>
                </a:solidFill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3891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This project goes beyond a simple keyword matcher. By combining fine-tuned transformer embeddings, multi-signal scoring, and GPT-powered feedback, it delivers a genuinely useful career tool. The 90% accuracy and 100% ranking accuracy on a held-out test set confirm the system works — and the Streamlit app makes it accessible to anyone.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4C7EC"/>
                </a:solidFill>
              </a:rPr>
              <a:t>Thank you  —  Demo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